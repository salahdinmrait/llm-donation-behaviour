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Segoe UI"/>
              </a:defRPr>
            </a:pPr>
            <a:r>
              <a:t>Gender Differences in Responses to</a:t>
            </a:r>
            <a:br/>
            <a:r>
              <a:t>LLM-Generated vs Human-Written</a:t>
            </a:r>
            <a:br/>
            <a:r>
              <a:t>Donation Appeals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Segoe UI"/>
              </a:defRPr>
            </a:pPr>
            <a:r>
              <a:t>A Multi-factorial Analysis of Digital Charitable Giving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Salah-din Mrait</a:t>
            </a:r>
            <a:br/>
            <a:r>
              <a:t>Bachelor End Project • Data Science Joint Degree</a:t>
            </a:r>
            <a:br/>
            <a:r>
              <a:t>Tilburg University — Eindhoven University of Technology</a:t>
            </a:r>
            <a:br/>
            <a:br/>
            <a:r>
              <a:t>Supervisor: John Caffier</a:t>
            </a:r>
            <a:br/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The Research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Charitable organizations increasingly use Large Language Models (LLMs) to create donation appeals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Women donate more frequently and give higher amounts than men across cultures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LLMs produce emotionally polished language but lack genuine emotional experience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Will women — who value emotional authenticity — respond differently to LLM content?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Main 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"Do women and men respond differently to LLM-generated versus human-written emotional donation appeals for cancer charities?"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Theoretical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Empathic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report higher empathy. Perceived sincerity matters when emotional engagement drives persuasion.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Algorithm Aversion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People trust algorithms less in emotional domains. Women may react more negatively to disclosed LLM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❤️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Care vs. Justice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adopt care-focused moral reasoning; LLM appeals may fail if caring relationship perception weakens.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Research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will report significantly lower persuasiveness scores (1-7 Likert) for LLM appeals, while men show no difference.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will allocate higher monetary amounts (USD 0.00-0.10) regardless of appeal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The donation gap between genders will be larger for human-written appeals.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Women's likelihood of selecting 'Like' will be higher for human-written appeals.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Research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743200" cy="1371600"/>
          </a:xfrm>
          <a:prstGeom prst="roundRect">
            <a:avLst/>
          </a:prstGeom>
          <a:solidFill>
            <a:srgbClr val="2563EB">
              <a:lumMod val="20000"/>
              <a:lumOff val="80000"/>
            </a:srgb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725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U.S. Participants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2743200" cy="1371600"/>
          </a:xfrm>
          <a:prstGeom prst="roundRect">
            <a:avLst/>
          </a:prstGeom>
          <a:solidFill>
            <a:srgbClr val="2563EB">
              <a:lumMod val="20000"/>
              <a:lumOff val="80000"/>
            </a:srgb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4,350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Total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2743200" cy="1371600"/>
          </a:xfrm>
          <a:prstGeom prst="roundRect">
            <a:avLst/>
          </a:prstGeom>
          <a:solidFill>
            <a:srgbClr val="2563EB">
              <a:lumMod val="20000"/>
              <a:lumOff val="80000"/>
            </a:srgb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Appeals per Participant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📊 Design: Within-subjects experiment • Human vs LLM-generated appeals • Cancer charities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📏 Outcomes: Engagement (Dislike/Neutral/Like) • Persuasiveness (1-7 scale) • Donation ($0.00-$0.10)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Analytical Approach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Engagement: Ordinal logistic mixed-effects regression (cumulative link model)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Persuasiveness: Linear mixed-effects model (continuous outcome)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Donation: Hurdle model (35.3% zero-inflation required two-part approach)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45720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6B6D4"/>
                </a:solidFill>
                <a:latin typeface="Segoe UI"/>
              </a:defRPr>
            </a:pPr>
            <a:r>
              <a:t>All models include: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✓ Random intercepts for participants</a:t>
            </a:r>
            <a:br/>
            <a:r>
              <a:t>✓ Random intercepts for posts</a:t>
            </a:r>
            <a:br/>
            <a:r>
              <a:t>✓ Gender × Content Source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Model Selection Justification</a:t>
            </a:r>
          </a:p>
        </p:txBody>
      </p:sp>
      <p:pic>
        <p:nvPicPr>
          <p:cNvPr id="4" name="Picture 3" descr="persuasiveness_qq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Persuasiveness: Q-Q plot confirms normality → Linear mixed-effects model</a:t>
            </a:r>
          </a:p>
        </p:txBody>
      </p:sp>
      <p:pic>
        <p:nvPicPr>
          <p:cNvPr id="6" name="Picture 5" descr="donation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Segoe UI"/>
              </a:defRPr>
            </a:pPr>
            <a:r>
              <a:t>Donation: 35.3% zeros → Hurdle model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Descriptive Statistics</a:t>
            </a:r>
          </a:p>
        </p:txBody>
      </p:sp>
      <p:pic>
        <p:nvPicPr>
          <p:cNvPr id="4" name="Picture 3" descr="engage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114800"/>
          </a:xfrm>
          <a:prstGeom prst="rect">
            <a:avLst/>
          </a:prstGeom>
        </p:spPr>
      </p:pic>
      <p:pic>
        <p:nvPicPr>
          <p:cNvPr id="5" name="Picture 4" descr="persuasiveness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Main Effects: The LLM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18288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LLM Effect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p-value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Engagement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OR = 1.58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&lt; .001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58% higher odds of favorable rating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Persuasiveness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7744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b = 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37744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&lt; 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377440"/>
            <a:ext cx="4572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+0.20 points on 7-point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926080"/>
            <a:ext cx="2286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Donation Amount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92608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b = 0.0018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92608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.011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26080"/>
            <a:ext cx="4572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Higher amounts for LLM appeals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Segoe UI"/>
              </a:defRPr>
            </a:pPr>
            <a:r>
              <a:t>LLM-generated appeals outperformed human-written appeals on ALL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Gender Effects on Donation</a:t>
            </a:r>
          </a:p>
        </p:txBody>
      </p:sp>
      <p:pic>
        <p:nvPicPr>
          <p:cNvPr id="4" name="Picture 3" descr="donation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371600"/>
            <a:ext cx="484632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$0.0013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Women donate more (p = .026)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6B6D4"/>
                </a:solidFill>
                <a:latin typeface="Segoe UI"/>
              </a:defRPr>
            </a:pPr>
            <a:r>
              <a:t>✓ H2a Supported: Women allocate higher amounts than 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✗ Gender did NOT predict whether someone donated at all (p = .412)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Interaction: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C55E"/>
                </a:solidFill>
                <a:latin typeface="Segoe UI"/>
              </a:defRPr>
            </a:pPr>
            <a:r>
              <a:t>Gender × Content Source (OR = 1.53, p = .011) — SIGNIFICANT</a:t>
            </a:r>
          </a:p>
        </p:txBody>
      </p:sp>
      <p:pic>
        <p:nvPicPr>
          <p:cNvPr id="5" name="Picture 4" descr="interaction_engagement_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Both genders prefer LLM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6B6D4"/>
                </a:solidFill>
                <a:latin typeface="Segoe UI"/>
              </a:defRPr>
            </a:pPr>
            <a:r>
              <a:t>→ Women show stronger preference for LLM appeals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Steeper slope for women = significant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029200" cy="914400"/>
          </a:xfrm>
          <a:prstGeom prst="roundRect">
            <a:avLst/>
          </a:prstGeom>
          <a:solidFill>
            <a:srgbClr val="3C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4444"/>
                </a:solidFill>
                <a:latin typeface="Segoe UI"/>
              </a:defRPr>
            </a:pPr>
            <a:r>
              <a:t>H3 NOT Supported: Women preferred LLM content more, not less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Interaction: Persuasiveness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F4444"/>
                </a:solidFill>
                <a:latin typeface="Segoe UI"/>
              </a:defRPr>
            </a:pPr>
            <a:r>
              <a:t>Gender × Content Source (b = 0.06, p = .428) — NOT SIGNIFICANT</a:t>
            </a:r>
          </a:p>
        </p:txBody>
      </p:sp>
      <p:pic>
        <p:nvPicPr>
          <p:cNvPr id="5" name="Picture 4" descr="interaction_persua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Both rated LLM content as more persuasive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Visible gap is not statistically significant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029200" cy="914400"/>
          </a:xfrm>
          <a:prstGeom prst="roundRect">
            <a:avLst/>
          </a:prstGeom>
          <a:solidFill>
            <a:srgbClr val="3C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4444"/>
                </a:solidFill>
                <a:latin typeface="Segoe UI"/>
              </a:defRPr>
            </a:pPr>
            <a:r>
              <a:t>H1 NOT Supported: No interaction on persuasiveness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Interaction: Donation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F4444"/>
                </a:solidFill>
                <a:latin typeface="Segoe UI"/>
              </a:defRPr>
            </a:pPr>
            <a:r>
              <a:t>Gender × Content Source (b = 0.0002, p = .735) — NOT SIGNIFICANT</a:t>
            </a:r>
          </a:p>
        </p:txBody>
      </p:sp>
      <p:pic>
        <p:nvPicPr>
          <p:cNvPr id="5" name="Picture 4" descr="interaction_donation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Women donate more across both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Parallel lines = no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029200" cy="914400"/>
          </a:xfrm>
          <a:prstGeom prst="roundRect">
            <a:avLst/>
          </a:prstGeom>
          <a:solidFill>
            <a:srgbClr val="3C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4444"/>
                </a:solidFill>
                <a:latin typeface="Segoe UI"/>
              </a:defRPr>
            </a:pPr>
            <a:r>
              <a:t>H2b NOT Supported: Gender gap consistent across 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Hypothesis Testing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5029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82880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Women rate LLM as less persuasive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2880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Segoe UI"/>
              </a:defRPr>
            </a:pPr>
            <a:r>
              <a:t>Not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51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H2a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46888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Women donate more than 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6888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Supported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0896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10896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Larger gender gap for human appeals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10896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Segoe UI"/>
              </a:defRPr>
            </a:pPr>
            <a:r>
              <a:t>Not Supported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4904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74904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Women prefer human content for engagement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74904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Segoe UI"/>
              </a:defRPr>
            </a:pPr>
            <a:r>
              <a:t>Not Supported (Opposite)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"Sincerity Gap": Gender differences appeared only for quick, automatic engagement — not for deeper judgments or actual behavior.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Algorithm Aversion Not Activated: Participants weren't told about LLM authorship, so skepticism wasn't triggered.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Care Orientation Persists: Women's higher donations are triggered by distress signals — regardless of human or machine authorship.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Practical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✓ LLMs can generate appeals that perform at least as well as human-written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✓ Especially useful for nonprofits with limited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⚠️ Disclosure policies require caution — labeling may reduce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→ Organizations face a trade-off between transparency and effectiveness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4572000" cy="2743200"/>
          </a:xfrm>
          <a:prstGeom prst="roundRect">
            <a:avLst/>
          </a:prstGeom>
          <a:solidFill>
            <a:srgbClr val="1E32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Key Takeaway: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031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6B6D4"/>
                </a:solidFill>
                <a:latin typeface="Segoe UI"/>
              </a:defRPr>
            </a:pPr>
            <a:r>
              <a:t>Gender does not limit the value of LLMs in fundraising. Donors respond to content quality, not author identity.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Limitations &amp; Future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🔒 Participants not disclosed about LLM authorship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🎯 Single domain (cancer charities)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💰 Small donation amounts ($0.00-$0.10)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🇺🇸 U.S. sample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Future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1. Test effects when LLM authorship is disclosed</a:t>
            </a:r>
            <a:br/>
            <a:r>
              <a:t>2. Explore other charitable domains</a:t>
            </a:r>
            <a:br/>
            <a:r>
              <a:t>3. Examine long-term donor relationships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3657600"/>
          </a:xfrm>
          <a:prstGeom prst="roundRect">
            <a:avLst/>
          </a:prstGeom>
          <a:solidFill>
            <a:srgbClr val="1E32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8FAFC"/>
                </a:solidFill>
                <a:latin typeface="Segoe UI"/>
              </a:defRPr>
            </a:pPr>
            <a:r>
              <a:t>LLM-generated donation appeals outperform human-written appeals across all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Segoe UI"/>
              </a:defRPr>
            </a:pPr>
            <a:r>
              <a:t>Gender differences do not limit the effectiveness of LLM-generated charitable appeals.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4748B"/>
                </a:solidFill>
                <a:latin typeface="Segoe UI"/>
              </a:defRPr>
            </a:pPr>
            <a:r>
              <a:t>Women's higher generosity persists regardless of whether a human or machine wrote the appeal.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6B6D4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Salah-din Mrait</a:t>
            </a:r>
            <a:br/>
            <a:r>
              <a:t>s.mrait@tilburguniversity.edu</a:t>
            </a:r>
            <a:br/>
            <a:br/>
            <a:r>
              <a:t>Supervisor: John Caffier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